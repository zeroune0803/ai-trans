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2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微软雅黑"/>
                <a:ea typeface="微软雅黑"/>
              </a:rPr>
              <a:t>没有未完成的任务。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